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87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· DESARROLLO FULLSTACK 1 — DUOC UC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Gestión de Eventos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Venta de Entradas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microservicios con Spring Boot, JWT y PostgreSQL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384048" cy="384048"/>
          </a:xfrm>
          <a:prstGeom prst="ellipse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8448" y="50749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José Huenul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51960" y="5074920"/>
            <a:ext cx="384048" cy="384048"/>
          </a:xfrm>
          <a:prstGeom prst="ellipse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25196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27448" y="50749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Nayarett Rodríguez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80960" y="5074920"/>
            <a:ext cx="384048" cy="384048"/>
          </a:xfrm>
          <a:prstGeom prst="ellipse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768096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56448" y="50749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Puebla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989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2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veremos?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68680" y="20391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0391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problema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99008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dolor del negocio y la solución propuesta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8745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526280" y="20391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26280" y="20391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26280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299008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 y no funcionales del sistema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8745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8183880" y="20391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183880" y="20391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183880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C2 / C3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83880" y="299008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Contenedores, componentes y flujo JWT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868680" y="41422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68680" y="41422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68680" y="4663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código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5093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code, DRY, manejo global de errores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9776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4526280" y="41422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526280" y="41422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526280" y="4663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tests y API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26280" y="5093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Flyway, Git, pruebas unitarias y Swagger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55280" y="39776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8183880" y="41422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183880" y="41422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8183880" y="4663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83880" y="5093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→ Login → 401 → Operación de negocio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papel al ecosistema digital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6012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registrados en papel, sin control digital de asistentes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anotadas sin trazabilidad ni historial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frecuentes en el cálculo de totales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puede crear o modificar registros: sin control de acceso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89320" y="182880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30936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91656" y="2615184"/>
            <a:ext cx="384048" cy="384048"/>
          </a:xfrm>
          <a:prstGeom prst="ellipse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6391656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3720" y="26060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Digitalización completa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03720" y="28986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Eventos, ventas y disponibilidad en tiempo real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91656" y="3511296"/>
            <a:ext cx="384048" cy="384048"/>
          </a:xfrm>
          <a:prstGeom prst="ellipse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391656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03720" y="35021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centralizada (JWT)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903720" y="3794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stateless para todo el ecosistema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91656" y="4407408"/>
            <a:ext cx="384048" cy="384048"/>
          </a:xfrm>
          <a:prstGeom prst="ellipse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391656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4398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como único punto de entrada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903720" y="46908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 la complejidad interna al cliente final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91656" y="5303520"/>
            <a:ext cx="384048" cy="384048"/>
          </a:xfrm>
          <a:prstGeom prst="ellipse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6391656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52943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per Service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03720" y="558698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microservicio administra su propia información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REQUERIMIENTOS FUNCIONALES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requerimientos funcionales, 4 servicios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RF01–RF03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377440" y="187452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login y validación de token JWT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052560" y="2002536"/>
            <a:ext cx="2286000" cy="612648"/>
          </a:xfrm>
          <a:prstGeom prst="roundRect">
            <a:avLst>
              <a:gd name="adj" fmla="val 8955"/>
            </a:avLst>
          </a:prstGeom>
          <a:solidFill>
            <a:srgbClr val="EDF2F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9052560" y="2002536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ms-auth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RF04–RF08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77440" y="288036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de eventos (crear, listar, detalle, actualizar, eliminar)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052560" y="3008376"/>
            <a:ext cx="2286000" cy="612648"/>
          </a:xfrm>
          <a:prstGeom prst="roundRect">
            <a:avLst>
              <a:gd name="adj" fmla="val 8955"/>
            </a:avLst>
          </a:prstGeom>
          <a:solidFill>
            <a:srgbClr val="EDF2F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9052560" y="3008376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ms-event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RF09–RF12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377440" y="388620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de entradas, cálculo automático del total, historial y consulta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052560" y="4014216"/>
            <a:ext cx="2286000" cy="612648"/>
          </a:xfrm>
          <a:prstGeom prst="roundRect">
            <a:avLst>
              <a:gd name="adj" fmla="val 8955"/>
            </a:avLst>
          </a:prstGeom>
          <a:solidFill>
            <a:srgbClr val="EDF2F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9052560" y="4014216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ms-ticket-sales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640080" y="48920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RF13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377440" y="489204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entrada único que enruta hacia cada microservicio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052560" y="5020056"/>
            <a:ext cx="2286000" cy="612648"/>
          </a:xfrm>
          <a:prstGeom prst="roundRect">
            <a:avLst>
              <a:gd name="adj" fmla="val 8955"/>
            </a:avLst>
          </a:prstGeom>
          <a:solidFill>
            <a:srgbClr val="EDF2F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9052560" y="5020056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bff-service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REQUERIMIENTOS NO FUNCIONALES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Propiedades técnicas del sistema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stateless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0358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sesiones en servidor; cada microservicio escala de forma independiente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452628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5262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per Service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0358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independiente por microservicio: auth_db, event_db, sales_db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22960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82296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30358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/ Service / Repository / Client con responsabilidades separadas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82296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52303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ecosistema se levanta con un solo comando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4526280" y="4206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52628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global de errores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52303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@RestControllerAdvice estandariza las respuestas ante fallos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8229600" y="4206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822960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7532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/ Swagger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75320" y="52303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autogenerada y sincronizada con el código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ARQUITECTURA — DIAGRAMA C2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Contenedores del ecosistema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0" y="196596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EDF2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493776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HTTP (Postman / Frontend)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80760" y="2514600"/>
            <a:ext cx="0" cy="365760"/>
          </a:xfrm>
          <a:prstGeom prst="line">
            <a:avLst/>
          </a:prstGeom>
          <a:noFill/>
          <a:ln w="19050">
            <a:solidFill>
              <a:srgbClr val="5B64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4480560" y="297180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480560" y="2971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bff-service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3.3.4 / Java 21  ·  puerto 8080 (público)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23160" y="3749040"/>
            <a:ext cx="3657600" cy="0"/>
          </a:xfrm>
          <a:prstGeom prst="line">
            <a:avLst/>
          </a:prstGeom>
          <a:noFill/>
          <a:ln w="15875">
            <a:solidFill>
              <a:srgbClr val="5B64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2423160" y="3749040"/>
            <a:ext cx="0" cy="411480"/>
          </a:xfrm>
          <a:prstGeom prst="line">
            <a:avLst/>
          </a:prstGeom>
          <a:noFill/>
          <a:ln w="15875">
            <a:solidFill>
              <a:srgbClr val="5B64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ms-auth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A · puerto 8081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23160" y="5029200"/>
            <a:ext cx="0" cy="320040"/>
          </a:xfrm>
          <a:prstGeom prst="line">
            <a:avLst/>
          </a:prstGeom>
          <a:noFill/>
          <a:ln w="15875">
            <a:solidFill>
              <a:srgbClr val="5B64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822960" y="534924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822960" y="5349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auth_db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3749040"/>
            <a:ext cx="0" cy="0"/>
          </a:xfrm>
          <a:prstGeom prst="line">
            <a:avLst/>
          </a:prstGeom>
          <a:noFill/>
          <a:ln w="15875">
            <a:solidFill>
              <a:srgbClr val="5B64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080760" y="3749040"/>
            <a:ext cx="0" cy="411480"/>
          </a:xfrm>
          <a:prstGeom prst="line">
            <a:avLst/>
          </a:prstGeom>
          <a:noFill/>
          <a:ln w="15875">
            <a:solidFill>
              <a:srgbClr val="5B64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4480560" y="416052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4480560" y="41605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ms-event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B · puerto 8082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5029200"/>
            <a:ext cx="0" cy="320040"/>
          </a:xfrm>
          <a:prstGeom prst="line">
            <a:avLst/>
          </a:prstGeom>
          <a:noFill/>
          <a:ln w="15875">
            <a:solidFill>
              <a:srgbClr val="5B64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4480560" y="534924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4480560" y="5349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event_db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0760" y="3749040"/>
            <a:ext cx="3657600" cy="0"/>
          </a:xfrm>
          <a:prstGeom prst="line">
            <a:avLst/>
          </a:prstGeom>
          <a:noFill/>
          <a:ln w="15875">
            <a:solidFill>
              <a:srgbClr val="5B64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9738360" y="3749040"/>
            <a:ext cx="0" cy="411480"/>
          </a:xfrm>
          <a:prstGeom prst="line">
            <a:avLst/>
          </a:prstGeom>
          <a:noFill/>
          <a:ln w="15875">
            <a:solidFill>
              <a:srgbClr val="5B64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138160" y="416052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8138160" y="41605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ms-ticket-sales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B · puerto 8083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738360" y="5029200"/>
            <a:ext cx="0" cy="320040"/>
          </a:xfrm>
          <a:prstGeom prst="line">
            <a:avLst/>
          </a:prstGeom>
          <a:noFill/>
          <a:ln w="15875">
            <a:solidFill>
              <a:srgbClr val="5B64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138160" y="534924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8138160" y="5349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sales_db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microservicios comparten una misma instancia de PostgreSQL 16 en Docker, con bases lógicas independientes (Database per Service).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ARQUITECTURA — DIAGRAMA C3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internos de cada microservicio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14400" y="1984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591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 petición HTTP y responde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27706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↕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953512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4381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 la lógica de negocio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38496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↕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4032504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914400" y="41422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/ Client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5171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(JPA) o llamada externa (Feign/HTTP)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157216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capas se comunican exclusivamente mediante DTOs (record de Java); las entidades JPA nunca se exponen hacia afuera.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1874520"/>
            <a:ext cx="457200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7315200" y="2103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COMUNICACIÓN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52360" y="265176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74523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01000" y="2670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01000" y="29443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el token en cada microservicio antes de llegar al Controller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52360" y="356616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74523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01000" y="3584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EventClient (Feign / HTTP)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01000" y="38587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ms-ticket-sales consulta a ms-event el precio de la entrada antes de calcular el total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52360" y="466344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745236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01000" y="4681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01000" y="49560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@RestControllerAdvice centraliza el mapeo de excepciones a respuestas HTTP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ARQUITECTURA — FLUJO DE AUTENTICACIÓN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viaja el JWT por el ecosistema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691640" cy="2011680"/>
          </a:xfrm>
          <a:prstGeom prst="roundRect">
            <a:avLst>
              <a:gd name="adj" fmla="val 4324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234440" y="25374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1234440" y="2537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3566160"/>
            <a:ext cx="1472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 → BFF (8080)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31720" y="3337560"/>
            <a:ext cx="13716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2468880" y="2331720"/>
            <a:ext cx="1691640" cy="2011680"/>
          </a:xfrm>
          <a:prstGeom prst="roundRect">
            <a:avLst>
              <a:gd name="adj" fmla="val 4324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3063240" y="25374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063240" y="2537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60320" y="3246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Reenvío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78608" y="3566160"/>
            <a:ext cx="1472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reenvía a ms-auth (8081)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60520" y="3337560"/>
            <a:ext cx="13716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4297680" y="2331720"/>
            <a:ext cx="1691640" cy="2011680"/>
          </a:xfrm>
          <a:prstGeom prst="roundRect">
            <a:avLst>
              <a:gd name="adj" fmla="val 4324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892040" y="25374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892040" y="2537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89120" y="3246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07408" y="3566160"/>
            <a:ext cx="1472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ms-auth valida y firma el JWT (HS256)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89320" y="3337560"/>
            <a:ext cx="13716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6126480" y="2331720"/>
            <a:ext cx="1691640" cy="2011680"/>
          </a:xfrm>
          <a:prstGeom prst="roundRect">
            <a:avLst>
              <a:gd name="adj" fmla="val 4324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6720840" y="25374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6720840" y="2537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17920" y="3246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36208" y="3566160"/>
            <a:ext cx="1472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token se entrega al cliente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818120" y="3337560"/>
            <a:ext cx="13716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7955280" y="2331720"/>
            <a:ext cx="1691640" cy="2011680"/>
          </a:xfrm>
          <a:prstGeom prst="roundRect">
            <a:avLst>
              <a:gd name="adj" fmla="val 4324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8549640" y="25374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8549640" y="2537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046720" y="3246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065008" y="3566160"/>
            <a:ext cx="1472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Authorization: Bearer &lt;token&gt;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646920" y="3337560"/>
            <a:ext cx="13716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9784080" y="2331720"/>
            <a:ext cx="1691640" cy="2011680"/>
          </a:xfrm>
          <a:prstGeom prst="roundRect">
            <a:avLst>
              <a:gd name="adj" fmla="val 4324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10378440" y="25374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10378440" y="2537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875520" y="3246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doble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893808" y="3566160"/>
            <a:ext cx="1472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y el microservicio destino validan el token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0080" y="4663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stateless: cada microservicio vuelve a validar el JWT con su propio filtro, sin sesión compartida entre servicios.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ESTÁNDARES DE DESARROLLO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code aplicado en los 4 servicios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 inglés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0358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Clases, métodos y variables en inglés (mensajes de validación en español para el usuario)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452628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5262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{}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Javadoc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0358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de bloque en clases y métodos públicos; sin // para lógica obvia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22960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82296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con record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30358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LoginRequestDto, EventResponseDto, etc. — inmutables y sin boilerplate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82296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API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52303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evita while; mapeo de listas con la API de Streams de forma declarativa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4526280" y="4206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52628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52303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JwtUtil, GlobalExceptionHandler y OpenApiConfig reutilizados en los 4 servicios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8229600" y="4206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822960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⧉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7532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limpios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75320" y="52303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reciben, delegan en Service y responden; Swagger sin lógica mezclada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BASE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per Service + Flyway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8288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68880" y="1965960"/>
            <a:ext cx="192024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468880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(V1__)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965960"/>
            <a:ext cx="22860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38912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1965960"/>
            <a:ext cx="484632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667512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principales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423160"/>
            <a:ext cx="1828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auth_db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2423160"/>
            <a:ext cx="1920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2468880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242316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438912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ms-auth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2423160"/>
            <a:ext cx="4846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675120" y="2423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username, email, password, role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2926080"/>
            <a:ext cx="1828800" cy="502920"/>
          </a:xfrm>
          <a:prstGeom prst="rect">
            <a:avLst/>
          </a:prstGeom>
          <a:solidFill>
            <a:srgbClr val="EDF2FC"/>
          </a:solidFill>
          <a:ln w="9525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40080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event_db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68880" y="2926080"/>
            <a:ext cx="1920240" cy="502920"/>
          </a:xfrm>
          <a:prstGeom prst="rect">
            <a:avLst/>
          </a:prstGeom>
          <a:solidFill>
            <a:srgbClr val="EDF2FC"/>
          </a:solidFill>
          <a:ln w="9525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2468880" y="2926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2926080"/>
            <a:ext cx="2286000" cy="502920"/>
          </a:xfrm>
          <a:prstGeom prst="rect">
            <a:avLst/>
          </a:prstGeom>
          <a:solidFill>
            <a:srgbClr val="EDF2FC"/>
          </a:solidFill>
          <a:ln w="9525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438912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ms-event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75120" y="2926080"/>
            <a:ext cx="4846320" cy="502920"/>
          </a:xfrm>
          <a:prstGeom prst="rect">
            <a:avLst/>
          </a:prstGeom>
          <a:solidFill>
            <a:srgbClr val="EDF2FC"/>
          </a:solidFill>
          <a:ln w="9525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6675120" y="2926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event_date, location, capacity, ticket_price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3429000"/>
            <a:ext cx="1828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640080" y="3429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sales_db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468880" y="3429000"/>
            <a:ext cx="1920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2468880" y="3429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ticket_sales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89120" y="342900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4389120" y="3429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ms-ticket-sales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0" y="3429000"/>
            <a:ext cx="4846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6675120" y="34290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event_id, buyer, ticket_count, total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25196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914400" y="4389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(V1__)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" y="4709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migración inicial por servicio, solo con DDL (CREATE TABLE). Sin datos de prueba mezclados en el mismo archivo.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26480" y="42519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/>
          <p:nvPr/>
        </p:nvSpPr>
        <p:spPr>
          <a:xfrm>
            <a:off x="6400800" y="4389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Punto pendiente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0" y="4709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 ms-auth se llama "usuarios" en vez de "users", único caso que rompe el estándar de inglés estricto en nombres de tabla.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PRUEBAS Y REPOSITORIO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pruebas unitarias + estrategia de branching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GIT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606040"/>
            <a:ext cx="4480560" cy="548640"/>
          </a:xfrm>
          <a:prstGeom prst="roundRect">
            <a:avLst>
              <a:gd name="adj" fmla="val 13333"/>
            </a:avLst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/ master — rama estable y desplegable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54680" y="3154680"/>
            <a:ext cx="0" cy="2743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1188720" y="3520440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141B4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1188720" y="3520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feature/ms-ticket-sales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88720" y="4087368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141B4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1188720" y="40873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feature/jwt-security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88720" y="4654296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141B4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1188720" y="46542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feature/docker-compose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3583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a main vía pull request, una vez validado el build y las pruebas del servicio.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89320" y="1874520"/>
            <a:ext cx="5577840" cy="4160520"/>
          </a:xfrm>
          <a:prstGeom prst="roundRect">
            <a:avLst>
              <a:gd name="adj" fmla="val 1758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PRUEBAS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6243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44652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2606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ms-auth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2880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· Service · Repository · DTO validation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46520" y="34015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6446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3383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ms-event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3657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duplicados, evento no encontrado, validaciones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46520" y="41788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644652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4160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ms-ticket-sales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4434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total, EventClient, persistencia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46520" y="49560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6446520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49440" y="4937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5212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Enrutamiento y propagación del token JWT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09360" y="5806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tests con H2 en memoria (application-test.properties) — la suite corre sin depender de Docker. Cobertura medida con Jacoco.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DOCUMENTACIÓN DE 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OpenAPI → Swagger → Postman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bff-service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154680" y="2075688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154680" y="20756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19202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 · /api/events · /api/sales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ms-auth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154680" y="2990088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3154680" y="29900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2834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/auth/register · /auth/login · /auth/validate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40080" y="3749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ms-event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154680" y="3904488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3154680" y="39044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0" y="37490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/events (CRUD completo)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6634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7F8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640080" y="46634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640080" y="4663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ms-ticket-sales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154680" y="4818888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3154680" y="48188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89120" y="4663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/sales (registrar, listar, eliminar)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expone /swagger-ui.html y /api-docs · el JSON de OpenAPI se exporta e importa en Postman para armar la colección de evaluación.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DEMOSTRACIÓN PRÁCTICA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en vivo — flujo end-to-end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up --build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45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/api/auth/register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493776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20574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611880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45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1188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33375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11880" y="493776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3611880" y="4937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+ token JWT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20574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45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0080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token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3375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/api/sales (sin Authorization)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493776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6400800" y="4937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06840" y="20574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4B9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9189720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18972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token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89720" y="33375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/api/events → POST /api/sales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89720" y="493776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9189720" y="4937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 · total calculado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ecosistema completo, alineado a los lineamientos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microservicios (bff, ms-auth, ms-event, ms-ticket-sales), cada uno con su propia base de datos y documentación OpenAPI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JWT stateless validada en cada capa del ecosistema, sin sesión compartida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Flyway, pruebas unitarias por capa y manejo global de errores consolidan una base alineada a estándares de industria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identificado: renombrar la tabla "usuarios" a "users" en ms-auth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623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 Preguntas.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José Huenul · Nayarett Rodríguez · Daniel Puebla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1311</Words>
  <Application>Microsoft Office PowerPoint</Application>
  <PresentationFormat>Panorámica</PresentationFormat>
  <Paragraphs>279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Eventos y Venta de Entradas</dc:title>
  <dc:subject>PptxGenJS Presentation</dc:subject>
  <dc:creator>María José Huenul, Nayarett Rodríguez, Daniel Puebla</dc:creator>
  <cp:lastModifiedBy>licenciasoffice21 lacisterna</cp:lastModifiedBy>
  <cp:revision>2</cp:revision>
  <dcterms:created xsi:type="dcterms:W3CDTF">2026-07-01T17:19:03Z</dcterms:created>
  <dcterms:modified xsi:type="dcterms:W3CDTF">2026-07-01T17:24:29Z</dcterms:modified>
</cp:coreProperties>
</file>